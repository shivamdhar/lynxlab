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57" d="100"/>
          <a:sy n="57" d="100"/>
        </p:scale>
        <p:origin x="52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32E3E-5B91-51BD-2887-6286502AF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35D2EF-5796-F74A-6726-3E3C2F6A4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C3013-4E5F-CC71-755C-9A8DF1230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1835-DE57-4FEF-A7F2-31C6F78EC2D8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DF1DE-5847-FE7A-A3E4-6ED20B67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8382D-2A52-34ED-5257-067AB3D9B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C56D-939B-4340-8EB8-DD3E92268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242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13CE5-A985-25CD-3D9E-274997F69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2F767-C053-726B-B6CC-0D15050CD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04DBA-F97A-E10F-1FDD-2A2320CF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1835-DE57-4FEF-A7F2-31C6F78EC2D8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3AFE7-C068-EA88-7095-10C70C889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0905C-51EA-9A8D-78BC-D5DFF7D88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C56D-939B-4340-8EB8-DD3E92268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317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62E18-992E-ED0D-A912-37DBB7E7E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4795A-74A0-AC5F-EDA5-797F4C6F2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F8A94-100E-CE46-5E05-559209171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1835-DE57-4FEF-A7F2-31C6F78EC2D8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FDDC7-127A-20C7-BB4C-1F2085674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CCE88-6D0F-B270-67DC-F4A6CFAA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C56D-939B-4340-8EB8-DD3E92268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56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B5E3-FB46-5232-AC99-EACCD15FE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AE02D-247F-2218-35D9-739C7C9AE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6E655-EF2B-998F-B2BA-1C9C7DC8F9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319ED-F685-6BD4-FC56-26A68F66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1835-DE57-4FEF-A7F2-31C6F78EC2D8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48DA6-A9B2-986B-F131-CA4129C7D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CDE4D-2B5D-95F9-81D7-4517C8F90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C56D-939B-4340-8EB8-DD3E92268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849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73D52-9242-4E6B-AB7B-185A78E88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4BA6B-FA66-5F17-45D2-5E62AF0AA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FCBDA-C2E8-A835-3ED0-0B11C5D69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3895D9-5134-3727-5399-56A1BA8C34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15F775-47C9-3774-959E-FCC61CD02C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5C7CD5-198F-B14C-170E-6CF916CE8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1835-DE57-4FEF-A7F2-31C6F78EC2D8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2BAC7E-DDF0-08A9-0645-1D1D2EAB4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14761F-BA28-52A6-9AFB-3BCA29ADD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C56D-939B-4340-8EB8-DD3E92268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323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7C39-EA60-81C4-E657-854C75906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31B16-22C4-1D36-8545-FE26EF291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1835-DE57-4FEF-A7F2-31C6F78EC2D8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449CD1-9351-09A0-8EDA-FB1B171FB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F4DC7D-8ABA-9750-D320-67460BD7D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C56D-939B-4340-8EB8-DD3E92268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728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849E0-87F9-E5FF-507E-CB4B9D3FC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1835-DE57-4FEF-A7F2-31C6F78EC2D8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F2324-F81F-BE32-6386-01EE25CC6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FB951-234D-3BB2-5277-4E23369CB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C56D-939B-4340-8EB8-DD3E92268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93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F675-B8BA-DA05-9377-4C10B2A1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CBAA7-0F00-83CF-54E6-AC17CC407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3F58F-8D6C-6C04-DA5B-E4E00CE87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6B267-30B5-AF14-7FBA-E7F2F8E96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1835-DE57-4FEF-A7F2-31C6F78EC2D8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35CCD-76A7-82CE-4D57-E8A63D9D2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4EA0-DBF1-62A0-E7C0-4AC7F3B60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C56D-939B-4340-8EB8-DD3E92268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061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D90A-177B-A1EA-F801-81FD8BA10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1F4E7E-915D-14C0-129B-A19D5FD01A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B1418-3D62-3542-1571-6974FCE4E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148E51-E861-B092-A140-FFF458ECD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1835-DE57-4FEF-A7F2-31C6F78EC2D8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08391-E2C2-3370-2649-14C3AF609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CAF4C-2FD1-56AB-804D-00EC01BA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C56D-939B-4340-8EB8-DD3E92268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750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A80D7-8193-32D9-4935-1752EF0D3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5AE513-FA60-435E-70DE-9763A94BB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6F11B-1E4A-86B3-3A8D-7E590C4C8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1835-DE57-4FEF-A7F2-31C6F78EC2D8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E5E36-FA20-04BE-A897-975645249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1E7AF-B033-D4B1-2026-88E85186A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C56D-939B-4340-8EB8-DD3E92268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85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2B9821-8EF4-B00D-15D0-460D1E85F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D3740-FFD5-4FB9-5606-8E50FD635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24554-690C-00A4-2EA2-10139BCF1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B1835-DE57-4FEF-A7F2-31C6F78EC2D8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3C6D9-AA0B-541B-6A27-FF5569CE1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00B87-EDA9-202F-F660-D4F65AEED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C56D-939B-4340-8EB8-DD3E92268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036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642633-845F-4477-992F-1F6800832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4BCFF-C284-5388-FB2B-B4A5CA162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B686A-1A62-30DF-2DF1-025CD8A4D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FB1835-DE57-4FEF-A7F2-31C6F78EC2D8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B34AC-F8FE-5890-E98B-CEB79852DB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F33CB-BAD8-7DAD-951A-3CA0F8C32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90C56D-939B-4340-8EB8-DD3E922688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254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FDB971-F951-F74B-7A04-4414AF349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0"/>
            <a:ext cx="12192000" cy="685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827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C3A024-3A4F-DB39-2061-1CD5E90CF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07"/>
            <a:ext cx="12192000" cy="682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36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55E3CB-3F22-E6E9-9964-5906E9833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50"/>
            <a:ext cx="12192000" cy="680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641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0FF0F0-701C-42F1-FCE3-83536474B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" y="0"/>
            <a:ext cx="121811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874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7C71D-A937-8779-3798-012D025F2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9FCB5E-730A-9E5F-8085-9F353B8C7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027"/>
            <a:ext cx="12192000" cy="680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245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D8786-FE7A-C1BB-71EF-739172113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BD5EBD-9CBA-D65D-4319-A7B6634E4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69"/>
            <a:ext cx="12192000" cy="681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19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B459E-F42C-7655-714F-89CE72E3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018851-39D1-4F9A-002F-FB94C5DE6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50"/>
            <a:ext cx="12192000" cy="68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285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16EFB-90AE-8C70-D097-474CCA18B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15BB23-1607-5203-F175-C66196308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25"/>
            <a:ext cx="12192000" cy="68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799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C6A9E-D9F3-8C15-A027-196F95E55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DB3588-B120-619F-6BFB-3671F696E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50"/>
            <a:ext cx="12192000" cy="684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146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Niveadita Razdan</dc:creator>
  <cp:lastModifiedBy>Niveadita Razdan</cp:lastModifiedBy>
  <cp:revision>1</cp:revision>
  <dcterms:created xsi:type="dcterms:W3CDTF">2026-05-31T05:04:02Z</dcterms:created>
  <dcterms:modified xsi:type="dcterms:W3CDTF">2026-05-31T05:06:49Z</dcterms:modified>
</cp:coreProperties>
</file>